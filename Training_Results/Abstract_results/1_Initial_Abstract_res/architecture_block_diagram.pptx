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FF0000"/>
    <a:srgbClr val="F3FCFF"/>
    <a:srgbClr val="DDF6FF"/>
    <a:srgbClr val="FFE4C9"/>
    <a:srgbClr val="F7FCF2"/>
    <a:srgbClr val="F0F9E7"/>
    <a:srgbClr val="FFEFE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AEB5-16F6-1021-19CE-9D45CFC57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CD75F-6623-0070-AF57-8C96094FF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56277-2AF6-18D2-109F-EC279B10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913F-6561-A358-C148-F6CFC28F7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BAF33-14C5-73BE-F9E8-259F2808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7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6896-07C2-1361-597F-70B374DA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A3CD5-59D8-7C1B-AB36-08799D79C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613AB-CC55-DDF1-673A-95E52A15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1F2C8-8E70-842C-720E-8DA3A9D7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0FCC5-0917-B3E9-F50E-94B460316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7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592-0FCF-8A82-CF89-70AFF3E5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9B1EB-6E11-8D3C-497E-CD1E5F91F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53765-D445-6252-6B60-6D956BFF7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4A87-E110-DC77-B977-D7326B23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A1554-5FB7-2D29-4046-42EC4344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75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95B9-58FD-AB8B-AC36-195C9C914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C4C4A-9678-3991-A451-5A4E9132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871EE-1D80-B2F5-FD06-1A91ACE3C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37633-1F36-BC7F-BDF2-9E1080969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DDF12-4AE2-9DA1-D673-E86A1E21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0B63D-7A15-C9F1-5E06-250D0C65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4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919CD-53B9-B3E2-841C-E682D8F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15C06-1B07-C3D6-F513-6342E969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E6F33-DB40-5AEE-90CC-3D5955459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F3982-CF92-4A62-B2B0-E5EBDE8B8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0FB1C-A24E-AAB3-94DB-D3FD77E6C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EBDD4-992D-146E-DCDD-B9AFD2C95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0CA67-5D80-42A2-DD30-F7E264BE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D71A3-14C7-99DB-A02A-C506B8D6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B189-46ED-B19A-C57C-E38CBD3B2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87D8D-C906-597A-B6F8-412E3D52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E903E-E754-D2D6-5039-4A835143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289B3-4D40-4873-1E2C-C10858FD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5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78305D-1062-82D5-BF8F-149538A1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5FCD1-DF22-73FB-47E9-52C42AB0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3268B-DC6A-3368-9472-EFF21074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6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C10C-758E-99E3-6B96-DFFD5A8B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45DE0-A201-32F6-33ED-AE2A1E036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8A68E-BBA7-863A-24ED-1E6343749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C97ED-48D8-B64D-BE0A-C67AF911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1E51D-2EB9-60BD-A98D-AE3A23E1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E0DA2-4A17-35B7-5D9E-5B7A279D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5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05792-02DB-0C6B-56CB-5C084E33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E97BA-4ABF-01B0-E4DF-A28BD95B0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D2A4A-2974-D64E-A938-074E0D1BC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E41A5-DBE5-8061-25D1-29280441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67068-D0EE-66FE-693D-C61DA5E8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7D14F-D2D3-E70B-C1B5-AC5826A6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8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3A657-A9D7-6E59-CC94-751B734C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E161E-D14E-6A78-580D-FAFA77960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FA9FB-5FB4-1396-8C35-C98EEE93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C57AE-A32E-AF21-6623-C9745D82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E159C-F849-6E0F-0F4A-651B97C0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11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6167F-5E46-E348-39A3-FBFBB50B2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4CFC2-1ABD-5FF5-CABF-DEB24774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5787E-0473-36E6-2E13-C1BC06F1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C03A0-A415-4095-49D4-F73A0FE5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2F0A-25FD-87FA-20AB-4A91C26F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114F2-320F-E73D-2CA1-8754BAC42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62B14-1811-02CC-B64F-9AA37A7CF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D26CC-21FB-01E7-FE18-32AF1D4A3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2FF95-7139-4A58-A1C9-F775B015FAB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204D4-A64C-FA06-BD72-41199EDD3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CB538-F31A-1BBD-B9AD-A22525F2C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C1EE4-928D-434F-9E5F-AB45F93B4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1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AB5B99A-8F5E-437D-0F4A-3B3709FD97FC}"/>
              </a:ext>
            </a:extLst>
          </p:cNvPr>
          <p:cNvSpPr/>
          <p:nvPr/>
        </p:nvSpPr>
        <p:spPr>
          <a:xfrm rot="5400000">
            <a:off x="6400222" y="3073064"/>
            <a:ext cx="6120883" cy="711872"/>
          </a:xfrm>
          <a:prstGeom prst="roundRect">
            <a:avLst/>
          </a:prstGeom>
          <a:solidFill>
            <a:srgbClr val="F3FCFF"/>
          </a:solidFill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Environment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F427664-693D-84C2-81E6-418CFEF8C7B6}"/>
              </a:ext>
            </a:extLst>
          </p:cNvPr>
          <p:cNvGrpSpPr/>
          <p:nvPr/>
        </p:nvGrpSpPr>
        <p:grpSpPr>
          <a:xfrm>
            <a:off x="284406" y="315354"/>
            <a:ext cx="8143738" cy="4381294"/>
            <a:chOff x="637953" y="427521"/>
            <a:chExt cx="8143738" cy="4381294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3A40F59-E3A9-2B4A-22D9-01BE1E7B87B2}"/>
                </a:ext>
              </a:extLst>
            </p:cNvPr>
            <p:cNvGrpSpPr/>
            <p:nvPr/>
          </p:nvGrpSpPr>
          <p:grpSpPr>
            <a:xfrm>
              <a:off x="637953" y="427521"/>
              <a:ext cx="8143738" cy="1267056"/>
              <a:chOff x="637953" y="427521"/>
              <a:chExt cx="8143738" cy="1267056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5F0B4A49-F96A-BF48-F108-AA37AE909ED0}"/>
                  </a:ext>
                </a:extLst>
              </p:cNvPr>
              <p:cNvSpPr/>
              <p:nvPr/>
            </p:nvSpPr>
            <p:spPr>
              <a:xfrm>
                <a:off x="637953" y="427521"/>
                <a:ext cx="8143738" cy="1267056"/>
              </a:xfrm>
              <a:prstGeom prst="roundRect">
                <a:avLst/>
              </a:prstGeom>
              <a:solidFill>
                <a:srgbClr val="F3FCFF"/>
              </a:solid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b="1" dirty="0">
                    <a:solidFill>
                      <a:schemeClr val="accent1">
                        <a:lumMod val="50000"/>
                      </a:schemeClr>
                    </a:solidFill>
                  </a:rPr>
                  <a:t>Navigation and Perception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EDAA0D51-1B2C-99B6-8ED0-25B2FB0BF140}"/>
                  </a:ext>
                </a:extLst>
              </p:cNvPr>
              <p:cNvSpPr/>
              <p:nvPr/>
            </p:nvSpPr>
            <p:spPr>
              <a:xfrm>
                <a:off x="1516812" y="927574"/>
                <a:ext cx="819509" cy="45720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AIS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E521016-7596-85C3-959A-3F139FFD54AA}"/>
                  </a:ext>
                </a:extLst>
              </p:cNvPr>
              <p:cNvSpPr/>
              <p:nvPr/>
            </p:nvSpPr>
            <p:spPr>
              <a:xfrm>
                <a:off x="2513964" y="927572"/>
                <a:ext cx="819509" cy="457203"/>
              </a:xfrm>
              <a:prstGeom prst="roundRect">
                <a:avLst/>
              </a:prstGeom>
              <a:solidFill>
                <a:srgbClr val="FFCCCC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GNSS</a:t>
                </a: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2912B4B-840D-C9C4-27FE-ABC6D454FD7E}"/>
                  </a:ext>
                </a:extLst>
              </p:cNvPr>
              <p:cNvSpPr/>
              <p:nvPr/>
            </p:nvSpPr>
            <p:spPr>
              <a:xfrm>
                <a:off x="3494658" y="927572"/>
                <a:ext cx="819509" cy="457203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IMU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2D327216-9615-21BC-52EC-6C10C391ECDD}"/>
                  </a:ext>
                </a:extLst>
              </p:cNvPr>
              <p:cNvSpPr/>
              <p:nvPr/>
            </p:nvSpPr>
            <p:spPr>
              <a:xfrm>
                <a:off x="4484182" y="927572"/>
                <a:ext cx="1017916" cy="457203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RADAR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6FB51CEA-3678-366F-F7C1-BECF44CE16EB}"/>
                  </a:ext>
                </a:extLst>
              </p:cNvPr>
              <p:cNvSpPr/>
              <p:nvPr/>
            </p:nvSpPr>
            <p:spPr>
              <a:xfrm>
                <a:off x="5672113" y="927571"/>
                <a:ext cx="1017916" cy="457203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LIDAR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8DE3596-9FCD-2844-0E1C-67BF9C0503CA}"/>
                  </a:ext>
                </a:extLst>
              </p:cNvPr>
              <p:cNvSpPr/>
              <p:nvPr/>
            </p:nvSpPr>
            <p:spPr>
              <a:xfrm>
                <a:off x="6860044" y="927571"/>
                <a:ext cx="1017916" cy="457203"/>
              </a:xfrm>
              <a:prstGeom prst="roundRect">
                <a:avLst/>
              </a:prstGeom>
              <a:solidFill>
                <a:srgbClr val="DBB7FF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Camera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BE2281-C5C1-843D-AC79-38BC53CD5ADE}"/>
                </a:ext>
              </a:extLst>
            </p:cNvPr>
            <p:cNvGrpSpPr/>
            <p:nvPr/>
          </p:nvGrpSpPr>
          <p:grpSpPr>
            <a:xfrm>
              <a:off x="637953" y="2078041"/>
              <a:ext cx="8143738" cy="2730774"/>
              <a:chOff x="637953" y="1931399"/>
              <a:chExt cx="8143738" cy="2730774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37F95F1-ACAC-D4E2-04E3-ED12F4DF2B99}"/>
                  </a:ext>
                </a:extLst>
              </p:cNvPr>
              <p:cNvSpPr/>
              <p:nvPr/>
            </p:nvSpPr>
            <p:spPr>
              <a:xfrm>
                <a:off x="637953" y="1931399"/>
                <a:ext cx="8143738" cy="2730774"/>
              </a:xfrm>
              <a:prstGeom prst="roundRect">
                <a:avLst/>
              </a:prstGeom>
              <a:solidFill>
                <a:srgbClr val="F3FCFF"/>
              </a:solid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b="1" dirty="0">
                    <a:solidFill>
                      <a:schemeClr val="accent1">
                        <a:lumMod val="50000"/>
                      </a:schemeClr>
                    </a:solidFill>
                  </a:rPr>
                  <a:t>CORALL Decision Processing Layer</a:t>
                </a: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2BFE10F-19E5-399D-2C9A-D4ED553DC883}"/>
                  </a:ext>
                </a:extLst>
              </p:cNvPr>
              <p:cNvSpPr/>
              <p:nvPr/>
            </p:nvSpPr>
            <p:spPr>
              <a:xfrm>
                <a:off x="848031" y="2567443"/>
                <a:ext cx="2227154" cy="1804316"/>
              </a:xfrm>
              <a:prstGeom prst="roundRect">
                <a:avLst/>
              </a:prstGeom>
              <a:solidFill>
                <a:srgbClr val="E5E5FF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Data Preprocessing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</a:rPr>
                  <a:t>Feature extraction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</a:rPr>
                  <a:t>Data Normalization</a:t>
                </a: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6644055D-DB19-C68C-EE4F-3BB1EFB9C2AA}"/>
                  </a:ext>
                </a:extLst>
              </p:cNvPr>
              <p:cNvSpPr/>
              <p:nvPr/>
            </p:nvSpPr>
            <p:spPr>
              <a:xfrm>
                <a:off x="3243859" y="2558817"/>
                <a:ext cx="2868199" cy="1804316"/>
              </a:xfrm>
              <a:prstGeom prst="roundRect">
                <a:avLst/>
              </a:prstGeom>
              <a:solidFill>
                <a:srgbClr val="FFEFEF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CORALL Decision Core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</a:rPr>
                  <a:t>COLREGs rule identification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</a:rPr>
                  <a:t>Action determination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</a:rPr>
                  <a:t>Action explanation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051AE73-3CC9-CA4F-0EB3-C856AF562CE3}"/>
                  </a:ext>
                </a:extLst>
              </p:cNvPr>
              <p:cNvSpPr/>
              <p:nvPr/>
            </p:nvSpPr>
            <p:spPr>
              <a:xfrm>
                <a:off x="6280733" y="2558817"/>
                <a:ext cx="2227154" cy="1812942"/>
              </a:xfrm>
              <a:prstGeom prst="roundRect">
                <a:avLst/>
              </a:prstGeom>
              <a:solidFill>
                <a:srgbClr val="F7FCF2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Decision Validation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</a:rPr>
                  <a:t>Risk consideration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</a:rPr>
                  <a:t>COLREGs compliance</a:t>
                </a:r>
              </a:p>
            </p:txBody>
          </p:sp>
        </p:grp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F61B69D-D207-0316-5C80-352CD902831B}"/>
                </a:ext>
              </a:extLst>
            </p:cNvPr>
            <p:cNvCxnSpPr>
              <a:cxnSpLocks/>
              <a:stCxn id="7" idx="2"/>
              <a:endCxn id="17" idx="0"/>
            </p:cNvCxnSpPr>
            <p:nvPr/>
          </p:nvCxnSpPr>
          <p:spPr>
            <a:xfrm>
              <a:off x="4709822" y="1694577"/>
              <a:ext cx="0" cy="383464"/>
            </a:xfrm>
            <a:prstGeom prst="straightConnector1">
              <a:avLst/>
            </a:prstGeom>
            <a:ln w="571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063571E-4947-16A0-24BA-00627A83249D}"/>
              </a:ext>
            </a:extLst>
          </p:cNvPr>
          <p:cNvGrpSpPr/>
          <p:nvPr/>
        </p:nvGrpSpPr>
        <p:grpSpPr>
          <a:xfrm>
            <a:off x="284406" y="5080112"/>
            <a:ext cx="8143738" cy="1439694"/>
            <a:chOff x="637953" y="4926601"/>
            <a:chExt cx="8143738" cy="143969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0CD3C07-B2F3-33E3-A745-DF876C278162}"/>
                </a:ext>
              </a:extLst>
            </p:cNvPr>
            <p:cNvSpPr/>
            <p:nvPr/>
          </p:nvSpPr>
          <p:spPr>
            <a:xfrm>
              <a:off x="637953" y="4926601"/>
              <a:ext cx="8143738" cy="1439694"/>
            </a:xfrm>
            <a:prstGeom prst="roundRect">
              <a:avLst/>
            </a:prstGeom>
            <a:solidFill>
              <a:srgbClr val="F3FCFF"/>
            </a:solidFill>
            <a:ln w="285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Execution Layer 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27EDA4A-54C7-8511-2E47-80D48D164961}"/>
                </a:ext>
              </a:extLst>
            </p:cNvPr>
            <p:cNvSpPr/>
            <p:nvPr/>
          </p:nvSpPr>
          <p:spPr>
            <a:xfrm>
              <a:off x="848031" y="5449191"/>
              <a:ext cx="1649083" cy="72165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Rule-Based Local Planner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B005BF8-993D-81B4-7D67-62AC7E5A0BE3}"/>
                </a:ext>
              </a:extLst>
            </p:cNvPr>
            <p:cNvSpPr/>
            <p:nvPr/>
          </p:nvSpPr>
          <p:spPr>
            <a:xfrm>
              <a:off x="2707192" y="5449191"/>
              <a:ext cx="1649083" cy="72165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RL-Based Local Planner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0B92B7C-9537-DA71-95AA-71B82F866902}"/>
                </a:ext>
              </a:extLst>
            </p:cNvPr>
            <p:cNvSpPr/>
            <p:nvPr/>
          </p:nvSpPr>
          <p:spPr>
            <a:xfrm>
              <a:off x="4924128" y="5577104"/>
              <a:ext cx="1017916" cy="465827"/>
            </a:xfrm>
            <a:prstGeom prst="roundRect">
              <a:avLst/>
            </a:prstGeom>
            <a:solidFill>
              <a:srgbClr val="FFE4C9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Control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8346314-1C7D-5F89-BC33-01F7A66AB19E}"/>
                </a:ext>
              </a:extLst>
            </p:cNvPr>
            <p:cNvSpPr/>
            <p:nvPr/>
          </p:nvSpPr>
          <p:spPr>
            <a:xfrm>
              <a:off x="6582802" y="5577104"/>
              <a:ext cx="1434376" cy="46582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Actuator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C69CF19-4EEA-5AEE-E426-6ECF1312E643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" y="5444859"/>
              <a:ext cx="1599564" cy="689932"/>
            </a:xfrm>
            <a:prstGeom prst="line">
              <a:avLst/>
            </a:prstGeom>
            <a:ln w="57150">
              <a:solidFill>
                <a:srgbClr val="FF0000">
                  <a:alpha val="40000"/>
                </a:srgb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BE7B4BB-12E8-250D-482C-292D02924F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031" y="5444859"/>
              <a:ext cx="1665933" cy="725988"/>
            </a:xfrm>
            <a:prstGeom prst="line">
              <a:avLst/>
            </a:prstGeom>
            <a:ln w="57150">
              <a:solidFill>
                <a:srgbClr val="FF0000">
                  <a:alpha val="40000"/>
                </a:srgb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E4F7B36-C34B-49A8-2F4A-6522C77A8091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 flipV="1">
              <a:off x="4356275" y="5810018"/>
              <a:ext cx="567853" cy="1"/>
            </a:xfrm>
            <a:prstGeom prst="straightConnector1">
              <a:avLst/>
            </a:prstGeom>
            <a:ln w="571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68C76C5-87CC-2440-5A4C-9C5122942781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>
              <a:off x="5942044" y="5810018"/>
              <a:ext cx="640758" cy="0"/>
            </a:xfrm>
            <a:prstGeom prst="straightConnector1">
              <a:avLst/>
            </a:prstGeom>
            <a:ln w="571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39BA5A9-5E01-878A-66D3-C39F3FFA4171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4356275" y="4696648"/>
            <a:ext cx="0" cy="383464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8352DEE-D94F-E6D9-A39C-390337BF2957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7663631" y="5963529"/>
            <a:ext cx="1441096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4497F62-F604-1631-06BC-F7ABF45D975E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8428144" y="948882"/>
            <a:ext cx="676583" cy="0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D1513C2-BB2F-D7AD-AA2F-E8E5D4C6D52C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8428144" y="948882"/>
            <a:ext cx="676583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40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 Pang</dc:creator>
  <cp:lastModifiedBy>Yasmin Pang</cp:lastModifiedBy>
  <cp:revision>1</cp:revision>
  <dcterms:created xsi:type="dcterms:W3CDTF">2026-05-03T23:27:54Z</dcterms:created>
  <dcterms:modified xsi:type="dcterms:W3CDTF">2026-05-03T23:28:11Z</dcterms:modified>
</cp:coreProperties>
</file>